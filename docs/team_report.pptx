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</a:rPr>
              <a:t>Peer-to-Peer Multi-User Messenger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Computer Networks Design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Login server for discovery, direct client-to-client messaging for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754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892040"/>
            <a:ext cx="1920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LOGIN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Online user list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92040" y="4754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4892040"/>
            <a:ext cx="1920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CLIENT 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listener + sender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869680" y="4754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4892040"/>
            <a:ext cx="1920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CLIENT 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listener + sender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5212080"/>
            <a:ext cx="16459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32320" y="5212080"/>
            <a:ext cx="16459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 Covered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Only the features requested in the assignment, without building a fake startup around 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66928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Login server stores online user ID, IP address, and port number.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Client registers itself and receives the current online-user list.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Online users are printed in the text UI.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Client-to-client messages are sent directly, not through the login server.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UI supports inviting users, ending session, and broadcasting to session users.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Messages use HTTP-like headers plus body for future extensibility.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554480"/>
            <a:ext cx="4023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REGISTER / LIST / UNREGISTER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03720" y="242316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2560320"/>
            <a:ext cx="4023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INVITE / MESSAGE / END_SESSION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03720" y="342900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3566160"/>
            <a:ext cx="40233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Text UI commands: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users, invite, send, end, quit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login server only does discovery. Actual messages go peer-to-peer.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3258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463040"/>
            <a:ext cx="23774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Login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users.json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{id, ip, port}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160520"/>
            <a:ext cx="22860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Alice 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TCP listener :5001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command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40233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4160520"/>
            <a:ext cx="22860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Bob 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TCP listener :5002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command UI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2520" y="40233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4160520"/>
            <a:ext cx="22860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Charlie 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TCP listener :5003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command UI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03120" y="3977640"/>
            <a:ext cx="2743200" cy="-1325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3977640"/>
            <a:ext cx="0" cy="-1325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12680" y="3977640"/>
            <a:ext cx="-2743200" cy="-1325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29000" y="4617720"/>
            <a:ext cx="13258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4617720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657600" y="2651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login / user 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5440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direct messages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tiny HTTP-like protocol keeps messages structured and easy to extend.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Example peer message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4846320" cy="19659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43891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MESSAGE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alice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bob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 9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bob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75488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Headers describe what the message means.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Blank line separates headers from body.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Content-Length makes receiving full body reliable.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New features can be added later by adding headers.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Small enough to understand, complete enough to run.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5920"/>
            <a:ext cx="2651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protocol.py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build/parse messages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150876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45920"/>
            <a:ext cx="2651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login_server.py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register, list, unregister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150876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645920"/>
            <a:ext cx="2651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client.py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text UI + peer listener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154680"/>
            <a:ext cx="987552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Uses Python standard library only: socket, threading, argparse, json.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Each client has a background TCP server for incoming peer messages.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The main thread runs the command UI.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The login server writes online users to a JSON file.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expected 5-minute video can follow this exact flow.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57784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Start login server on port 9000.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Start Alice on port 5001 and Bob on port 5002.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Run users to show online-user discovery.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Alice runs invite bob.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Alice runs send hello bob, Bob receives the message directly.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Alice runs end, then quit.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0" y="1508760"/>
            <a:ext cx="4389120" cy="35661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783080"/>
            <a:ext cx="388620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login_server.py --port 9000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client.py --id alice --listen-port 5001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client.py --id bob --listen-port 5002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invite bob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send hello bob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Kookmin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P2P Messenger Project</dc:title>
  <dc:subject>Peer-to-Peer Messenger Design Project</dc:subject>
  <dc:creator>Computer Networks Design Project Team</dc:creator>
  <cp:lastModifiedBy>Computer Networks Design Project Team</cp:lastModifiedBy>
  <cp:revision>1</cp:revision>
  <dcterms:created xsi:type="dcterms:W3CDTF">2026-05-14T14:58:05Z</dcterms:created>
  <dcterms:modified xsi:type="dcterms:W3CDTF">2026-05-14T14:58:05Z</dcterms:modified>
</cp:coreProperties>
</file>